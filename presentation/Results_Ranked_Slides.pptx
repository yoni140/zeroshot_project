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</a:t>
            </a:r>
            <a:endParaRPr lang="he-IL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המודלים לפי F1-Macro - מנצ'סטר - אירוע טרור</a:t>
            </a:r>
            <a:endParaRPr lang="he-IL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36576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64592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F1-Macro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3.3 70B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 (Ollama)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646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מנצח    </a:t>
            </a:r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Fine-Tuned    </a:t>
            </a:r>
            <a:pPr algn="ctr" indent="0" marL="0">
              <a:buNone/>
            </a:pPr>
            <a:r>
              <a:rPr lang="en-US" sz="1200" dirty="0">
                <a:solidFill>
                  <a:srgbClr val="FD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Monkeypox</a:t>
            </a:r>
            <a:endParaRPr lang="he-IL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המודלים לפי F1-Macro - אבעבועות הקוף - משבר בריאותי</a:t>
            </a:r>
            <a:endParaRPr lang="he-IL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36576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64592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F1-Macro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3.3 70B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 (Ollama)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646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מנצח    </a:t>
            </a:r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Fine-Tuned    </a:t>
            </a:r>
            <a:pPr algn="ctr" indent="0" marL="0">
              <a:buNone/>
            </a:pPr>
            <a:r>
              <a:rPr lang="en-US" sz="1200" dirty="0">
                <a:solidFill>
                  <a:srgbClr val="FD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PHEME</a:t>
            </a:r>
            <a:endParaRPr lang="he-IL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המודלים לפי F1-Macro - זיהוי שמועות</a:t>
            </a:r>
            <a:endParaRPr lang="he-IL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3456432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64592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F1-Macro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 (Ollama)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מנצח    </a:t>
            </a:r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Fine-Tuned    </a:t>
            </a:r>
            <a:pPr algn="ctr" indent="0" marL="0">
              <a:buNone/>
            </a:pPr>
            <a:r>
              <a:rPr lang="en-US" sz="1200" dirty="0">
                <a:solidFill>
                  <a:srgbClr val="FD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PHEME All Events</a:t>
            </a:r>
            <a:endParaRPr lang="he-IL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המודלים לפי F1-Macro - כלל אירועי PHEME (דו-מחלקתי)</a:t>
            </a:r>
            <a:endParaRPr lang="he-IL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3072384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64592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F1-Macro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793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מנצח    </a:t>
            </a:r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Fine-Tuned    </a:t>
            </a:r>
            <a:pPr algn="ctr" indent="0" marL="0">
              <a:buNone/>
            </a:pPr>
            <a:r>
              <a:rPr lang="en-US" sz="1200" dirty="0">
                <a:solidFill>
                  <a:srgbClr val="FD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Charlie Hebdo</a:t>
            </a:r>
            <a:endParaRPr lang="he-IL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המודלים לפי F1-Macro - מתקפת שרלי הבדו 2015</a:t>
            </a:r>
            <a:endParaRPr lang="he-IL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3072384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64592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F1-Macro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793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מנצח    </a:t>
            </a:r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Fine-Tuned    </a:t>
            </a:r>
            <a:pPr algn="ctr" indent="0" marL="0">
              <a:buNone/>
            </a:pPr>
            <a:r>
              <a:rPr lang="en-US" sz="1200" dirty="0">
                <a:solidFill>
                  <a:srgbClr val="FD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Sydney Siege</a:t>
            </a:r>
            <a:endParaRPr lang="he-IL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המודלים לפי F1-Macro - מצור סידני 2014</a:t>
            </a:r>
            <a:endParaRPr lang="he-IL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3072384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64592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F1-Macro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793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מנצח    </a:t>
            </a:r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Fine-Tuned    </a:t>
            </a:r>
            <a:pPr algn="ctr" indent="0" marL="0">
              <a:buNone/>
            </a:pPr>
            <a:r>
              <a:rPr lang="en-US" sz="1200" dirty="0">
                <a:solidFill>
                  <a:srgbClr val="FD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Ferguson</a:t>
            </a:r>
            <a:endParaRPr lang="he-IL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המודלים לפי F1-Macro - מהומות פרגוסון 2014</a:t>
            </a:r>
            <a:endParaRPr lang="he-IL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3072384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64592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he-IL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F1-Macro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793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מנצח    </a:t>
            </a:r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Fine-Tuned    </a:t>
            </a:r>
            <a:pPr algn="ctr" indent="0" marL="0">
              <a:buNone/>
            </a:pPr>
            <a:r>
              <a:rPr lang="en-US" sz="1200" dirty="0">
                <a:solidFill>
                  <a:srgbClr val="FD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Ottawa Shooting</a:t>
            </a:r>
            <a:endParaRPr lang="he-IL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המודלים לפי F1-Macro - הירי באוטווה 2014</a:t>
            </a:r>
            <a:endParaRPr lang="he-IL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2304288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64592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F1-Macro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🏆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51129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מנצח    </a:t>
            </a:r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Fine-Tuned    </a:t>
            </a:r>
            <a:pPr algn="ctr" indent="0" marL="0">
              <a:buNone/>
            </a:pPr>
            <a:r>
              <a:rPr lang="en-US" sz="1200" dirty="0">
                <a:solidFill>
                  <a:srgbClr val="FD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Germanwings Crash</a:t>
            </a:r>
            <a:endParaRPr lang="he-IL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המודלים לפי F1-Macro - התרסקות ג'רמנווינגס 2015</a:t>
            </a:r>
            <a:endParaRPr lang="he-IL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2688336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64592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F1-Macro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🏆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89534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מנצח    </a:t>
            </a:r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Fine-Tuned    </a:t>
            </a:r>
            <a:pPr algn="ctr" indent="0" marL="0">
              <a:buNone/>
            </a:pPr>
            <a:r>
              <a:rPr lang="en-US" sz="1200" dirty="0">
                <a:solidFill>
                  <a:srgbClr val="FD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Putin Missing</a:t>
            </a:r>
            <a:endParaRPr lang="he-IL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המודלים לפי F1-Macro - שמועות על היעלמות פוטין</a:t>
            </a:r>
            <a:endParaRPr lang="he-IL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2304288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64592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F1-Macro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🏆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51129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מנצח    </a:t>
            </a:r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Fine-Tuned    </a:t>
            </a:r>
            <a:pPr algn="ctr" indent="0" marL="0">
              <a:buNone/>
            </a:pPr>
            <a:r>
              <a:rPr lang="en-US" sz="1200" dirty="0">
                <a:solidFill>
                  <a:srgbClr val="FD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Gurlitt</a:t>
            </a:r>
            <a:endParaRPr lang="he-IL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המודלים לפי F1-Macro - פרשת אוסף גורליט (מאגר קטן)</a:t>
            </a:r>
            <a:endParaRPr lang="he-IL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2688336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64592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F1-Macro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🏆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89534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מנצח    </a:t>
            </a:r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Fine-Tuned    </a:t>
            </a:r>
            <a:pPr algn="ctr" indent="0" marL="0">
              <a:buNone/>
            </a:pPr>
            <a:r>
              <a:rPr lang="en-US" sz="1200" dirty="0">
                <a:solidFill>
                  <a:srgbClr val="FD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Toronto</a:t>
            </a:r>
            <a:endParaRPr lang="he-IL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המודלים לפי F1-Macro - הופעת פרינס בטורונטו (מאגר קטן)</a:t>
            </a:r>
            <a:endParaRPr lang="he-IL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7863840" cy="2304288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64592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he-IL" alt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he-IL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F1-Macro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🏆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Zero-Shot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51129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מנצח    </a:t>
            </a:r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Fine-Tuned    </a:t>
            </a:r>
            <a:pPr algn="ctr" indent="0" marL="0">
              <a:buNone/>
            </a:pPr>
            <a:r>
              <a:rPr lang="en-US" sz="1200" dirty="0">
                <a:solidFill>
                  <a:srgbClr val="FD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2026-08-07T10:28:03Z</dcterms:created>
  <dcterms:modified xsi:type="dcterms:W3CDTF">2026-08-07T10:28:03Z</dcterms:modified>
</cp:coreProperties>
</file>