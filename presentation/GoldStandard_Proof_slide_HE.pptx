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Gold Standard? — ניסוי השוואתי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אימון על כל הדאטא (פי-24) דווקא הרע את זיהוי ה-misinformation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989320" y="1188720"/>
            <a:ext cx="2788920" cy="566928"/>
          </a:xfrm>
          <a:prstGeom prst="rect">
            <a:avLst/>
          </a:prstGeom>
          <a:solidFill>
            <a:srgbClr val="0D1B2A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גישה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325880" cy="566928"/>
          </a:xfrm>
          <a:prstGeom prst="rect">
            <a:avLst/>
          </a:prstGeom>
          <a:solidFill>
            <a:srgbClr val="0D1B2A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2529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Macro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1325880" cy="566928"/>
          </a:xfrm>
          <a:prstGeom prst="rect">
            <a:avLst/>
          </a:prstGeom>
          <a:solidFill>
            <a:srgbClr val="0D1B2A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2529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1188720"/>
            <a:ext cx="1554480" cy="566928"/>
          </a:xfrm>
          <a:prstGeom prst="rect">
            <a:avLst/>
          </a:prstGeom>
          <a:solidFill>
            <a:srgbClr val="0D1B2A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22529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(misinfo)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188720"/>
            <a:ext cx="1417320" cy="566928"/>
          </a:xfrm>
          <a:prstGeom prst="rect">
            <a:avLst/>
          </a:prstGeom>
          <a:solidFill>
            <a:srgbClr val="0D1B2A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225296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פספוסי misinfo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1755648"/>
            <a:ext cx="2788920" cy="566928"/>
          </a:xfrm>
          <a:prstGeom prst="rect">
            <a:avLst/>
          </a:prstGeom>
          <a:solidFill>
            <a:srgbClr val="D5F0DD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92224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Standard (שלנו)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755648"/>
            <a:ext cx="1325880" cy="566928"/>
          </a:xfrm>
          <a:prstGeom prst="rect">
            <a:avLst/>
          </a:prstGeom>
          <a:solidFill>
            <a:srgbClr val="D5F0DD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792224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1755648"/>
            <a:ext cx="1325880" cy="566928"/>
          </a:xfrm>
          <a:prstGeom prst="rect">
            <a:avLst/>
          </a:prstGeom>
          <a:solidFill>
            <a:srgbClr val="D5F0DD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792224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83080" y="1755648"/>
            <a:ext cx="1554480" cy="566928"/>
          </a:xfrm>
          <a:prstGeom prst="rect">
            <a:avLst/>
          </a:prstGeom>
          <a:solidFill>
            <a:srgbClr val="D5F0DD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179222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1755648"/>
            <a:ext cx="1417320" cy="566928"/>
          </a:xfrm>
          <a:prstGeom prst="rect">
            <a:avLst/>
          </a:prstGeom>
          <a:solidFill>
            <a:srgbClr val="D5F0DD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92224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/ 64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2322576"/>
            <a:ext cx="2788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3591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Full-data ← אותו GOLD test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322576"/>
            <a:ext cx="13258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359152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37560" y="2322576"/>
            <a:ext cx="13258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359152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83080" y="2322576"/>
            <a:ext cx="15544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235915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2322576"/>
            <a:ext cx="14173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35915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64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89320" y="2889504"/>
            <a:ext cx="2788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92608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Full-data ← NATURAL test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2889504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9260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337560" y="2889504"/>
            <a:ext cx="1325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29260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 ⚠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783080" y="2889504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0" y="29260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0.722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2889504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D4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92608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26480" y="3520440"/>
            <a:ext cx="26974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26480" y="3520440"/>
            <a:ext cx="269748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35844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דאטא = גרוע יותר  📉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36208" y="3877056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אותו test: F1 ירד 0.986→0.965, ו-Recall של misinformation צנח 0.983→0.891 (7 פספוסים במקום 1).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46120" y="3520440"/>
            <a:ext cx="26974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46120" y="3520440"/>
            <a:ext cx="26974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3" name="Text 51"/>
          <p:cNvSpPr/>
          <p:nvPr/>
        </p:nvSpPr>
        <p:spPr>
          <a:xfrm>
            <a:off x="3355848" y="35844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מלכודת ה-Accuracy  🪤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355848" y="3877056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test טבעי Accuracy=0.997 נראה מושלם — אבל F1 רק 0.871 ו-Recall רק 0.722. בדיוק מה ש-Gold מונע.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3520440"/>
            <a:ext cx="26974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5760" y="3520440"/>
            <a:ext cx="269748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7" name="Text 55"/>
          <p:cNvSpPr/>
          <p:nvPr/>
        </p:nvSpPr>
        <p:spPr>
          <a:xfrm>
            <a:off x="475488" y="35844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 חלש מדי  ⚖️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5488" y="3877056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 קפץ ל-79.4 (מול 2.85): 363 דוגמאות misinfo טבועות ב-49K reliable. ופי-24 זמן אימון.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Random Undersampling היא טכניקה סטנדרטית לחוסר איזון קיצוני — לא קיצור דרך.</a:t>
            </a:r>
            <a:pPr rtl="1" algn="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:המסקנה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Standard vs Full Data — Proof</dc:title>
  <dc:subject>PptxGenJS Presentation</dc:subject>
  <dc:creator>PptxGenJS</dc:creator>
  <cp:lastModifiedBy>PptxGenJS</cp:lastModifiedBy>
  <cp:revision>1</cp:revision>
  <dcterms:created xsi:type="dcterms:W3CDTF">2026-06-14T06:25:49Z</dcterms:created>
  <dcterms:modified xsi:type="dcterms:W3CDTF">2026-06-14T06:25:49Z</dcterms:modified>
</cp:coreProperties>
</file>