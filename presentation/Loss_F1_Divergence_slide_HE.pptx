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ה-Validation Loss וה-F1 מתפצלים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הוכחה: עליית ה-loss אינה overfitting — היא overconfidence שלא פוגע בדיוק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_fulldata_experiment/loss_vs_f1_di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5212080" cy="2724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977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הדאטא המלא — Manchester (validation לכל epoch)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0" y="1234440"/>
            <a:ext cx="3108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13350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רואים בין epoch 2 ל-3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1737360"/>
            <a:ext cx="283464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7922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0.174 → 0.312  ▲</a:t>
            </a:r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20848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ה-loss עלה — "אמור" להיות רע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2395728"/>
            <a:ext cx="2834640" cy="566928"/>
          </a:xfrm>
          <a:prstGeom prst="rect">
            <a:avLst/>
          </a:prstGeom>
          <a:solidFill>
            <a:srgbClr val="EAF6EE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450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0.846 → 0.896  ▲</a:t>
            </a:r>
            <a:pPr algn="r" indent="0" marL="0">
              <a:buNone/>
            </a:pPr>
            <a:r>
              <a:rPr lang="en-US" sz="1300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Macro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2743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ה-F1 השתפר — בפועל טוב יותר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52160" y="3108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שניהם עולים יחד — בלתי אפשרי אם ה-loss היה מדד אמין לאיכות. המודל פשוט נעשה בטוח יותר (cross-entropy עולה) בלי לטעות יותר.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0040" y="4370832"/>
            <a:ext cx="8503920" cy="566928"/>
          </a:xfrm>
          <a:prstGeom prst="rect">
            <a:avLst/>
          </a:prstGeom>
          <a:solidFill>
            <a:srgbClr val="EAF6EE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4256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בחרנו את המודל לפי F1 ולא לפי loss (early stopping על F1). לכן ה-validation loss הרועש לא משפיע על התוצאות — וזה מאושש בשני המודלים, Gold Standard וגם דאטא מלא.</a:t>
            </a:r>
            <a:pPr rtl="1" algn="r"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:המסקנה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vs F1 Divergence</dc:title>
  <dc:subject>PptxGenJS Presentation</dc:subject>
  <dc:creator>PptxGenJS</dc:creator>
  <cp:lastModifiedBy>PptxGenJS</cp:lastModifiedBy>
  <cp:revision>1</cp:revision>
  <dcterms:created xsi:type="dcterms:W3CDTF">2026-06-14T06:30:42Z</dcterms:created>
  <dcterms:modified xsi:type="dcterms:W3CDTF">2026-06-14T06:30:42Z</dcterms:modified>
</cp:coreProperties>
</file>