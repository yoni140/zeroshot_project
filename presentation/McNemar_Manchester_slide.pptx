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 — Statistical Significance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RoBERTa Fine-Tuned vs Llama 3.1 Zero-Shot (n = 365)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904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Matrix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1828800"/>
            <a:ext cx="169164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169164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1417320" cy="566928"/>
          </a:xfrm>
          <a:prstGeom prst="rect">
            <a:avLst/>
          </a:prstGeom>
          <a:solidFill>
            <a:srgbClr val="2DC6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86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286000"/>
            <a:ext cx="1691640" cy="566928"/>
          </a:xfrm>
          <a:prstGeom prst="rect">
            <a:avLst/>
          </a:prstGeom>
          <a:solidFill>
            <a:srgbClr val="EAF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286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20440" y="2286000"/>
            <a:ext cx="1691640" cy="566928"/>
          </a:xfrm>
          <a:prstGeom prst="rect">
            <a:avLst/>
          </a:prstGeom>
          <a:solidFill>
            <a:srgbClr val="D6EA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286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141732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529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2852928"/>
            <a:ext cx="1691640" cy="566928"/>
          </a:xfrm>
          <a:prstGeom prst="rect">
            <a:avLst/>
          </a:prstGeom>
          <a:solidFill>
            <a:srgbClr val="FDEB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520440" y="2852928"/>
            <a:ext cx="1691640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520440" y="22860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(discordant)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0440" y="268833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77A8"/>
                </a:solidFill>
              </a:rPr>
              <a:t>b = 89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0" y="32552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4A261"/>
                </a:solidFill>
              </a:rPr>
              <a:t>c = 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52160" y="1508760"/>
            <a:ext cx="29260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35040" y="2011680"/>
            <a:ext cx="256032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075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3.38 × 10⁻²⁴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035040" y="30175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Statistically Significant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35040" y="36118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beat Zero-Shot on </a:t>
            </a:r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tweets; Zero-Shot beat RoBERTa on only </a:t>
            </a:r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gap is far too large to be chance (α = 0.05).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828032"/>
            <a:ext cx="5074920" cy="0"/>
          </a:xfrm>
          <a:prstGeom prst="rect">
            <a:avLst/>
          </a:prstGeom>
          <a:noFill/>
          <a:ln/>
        </p:spPr>
      </p:sp>
      <p:sp>
        <p:nvSpPr>
          <p:cNvPr id="36" name="Text 34"/>
          <p:cNvSpPr/>
          <p:nvPr/>
        </p:nvSpPr>
        <p:spPr>
          <a:xfrm>
            <a:off x="411480" y="47365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looks only at the discordant cells (b, c) — where the models disagree — and tests whether b ≠ c.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McNemar Test — Manchester</dc:title>
  <dc:subject>PptxGenJS Presentation</dc:subject>
  <dc:creator>PptxGenJS</dc:creator>
  <cp:lastModifiedBy>PptxGenJS</cp:lastModifiedBy>
  <cp:revision>1</cp:revision>
  <dcterms:created xsi:type="dcterms:W3CDTF">2026-06-13T18:06:10Z</dcterms:created>
  <dcterms:modified xsi:type="dcterms:W3CDTF">2026-06-13T18:06:10Z</dcterms:modified>
</cp:coreProperties>
</file>