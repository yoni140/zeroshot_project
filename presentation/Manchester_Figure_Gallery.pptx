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77A8">
              <a:alpha val="22000"/>
            </a:srgbClr>
          </a:solidFill>
          <a:ln w="12700">
            <a:solidFill>
              <a:srgbClr val="0077A8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Figure Gallery — Initial Presentation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029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→  Preprocessing  →  RoBERTa Fine-Tuning  →  Llama 3.1 Zero-Shot  → 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vs misinformation  •  Gold Standard 2,427  •  Test 365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in the raw Manchester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vastly outnumbers misinformation — motivates the Gold Standard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01_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88170"/>
            <a:ext cx="8229600" cy="2887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 &amp; Sentiment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 across classes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 Distribution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02_tweet_lengt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121" y="1261872"/>
            <a:ext cx="5105757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127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(VADER)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03_sentiment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38" y="3364992"/>
            <a:ext cx="4843924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retweets &amp; replies by class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C:/Users/yoni1/Desktop/ZEROSHO_CODE/results/figures/manchester/04_engagement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0640" y="1097280"/>
            <a:ext cx="5262721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volume over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C:/Users/yoni1/Desktop/ZEROSHO_CODE/results/figures/manchester/06_temporal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314" y="1097280"/>
            <a:ext cx="547337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&amp; Embedding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and semantic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Words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07_top_w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02758"/>
            <a:ext cx="4297680" cy="16032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of Tweet Embeddings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08_ts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9991"/>
            <a:ext cx="4297680" cy="1708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Media Usage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vs misinformation tweets share links/media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C:/Users/yoni1/Desktop/ZEROSHO_CODE/results/figures/manchester/05_url_media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950"/>
            <a:ext cx="8229600" cy="3354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preprocessing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@mentions, emojis removed; # kept as text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08_before_after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92493"/>
            <a:ext cx="8229600" cy="2678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Splits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 / 15 / 30 split of the curated sample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1,698  •  Val 364  •  Test 365 — same label ratio in each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09_gold_standard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68736"/>
            <a:ext cx="8229600" cy="2926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Training Curves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F1 across epochs (5-Fold CV)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Validation Loss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roberta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231" y="1261872"/>
            <a:ext cx="5021539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127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Macro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manchester_roberta_f1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3364992"/>
            <a:ext cx="4764024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&amp; CV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per-fold performance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 (warmup + linear decay)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roberta_l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91675"/>
            <a:ext cx="4297680" cy="20254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— OOF CM &amp; F1 per fold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manchester_roberta_cv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50282"/>
            <a:ext cx="4297680" cy="15082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Metrics Heatmap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metrics across the 5 folds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across folds → no dependence on a lucky split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roberta_cv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2957"/>
            <a:ext cx="8229600" cy="3417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Test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held-out test set (n=365)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roberta_test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00" y="1298448"/>
            <a:ext cx="4194919" cy="3611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&amp; Precision-Recall Curves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manchester_roberta_roc_pr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50644"/>
            <a:ext cx="4297680" cy="1507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Results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vs Test metrics 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 0.986  •  Accuracy 0.992  •  ROC-AUC near-perfect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roberta_summar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3609"/>
            <a:ext cx="8229600" cy="32364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Llama 3.1 8B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confidence distribution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(counts &amp; normalized)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zeroshot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25220"/>
            <a:ext cx="4297680" cy="15583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by Outcome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manchester_zeroshot_conf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50644"/>
            <a:ext cx="4297680" cy="1507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Results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metrics 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 0.684  •  Accuracy 0.753  •  no training examples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zeroshot_summar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3609"/>
            <a:ext cx="8229600" cy="32364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—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vs Llama 3.1 Zero-Shot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leads on every metric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compariso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1225"/>
            <a:ext cx="8229600" cy="33611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— Confusion Matrices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error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C:/Users/yoni1/Desktop/ZEROSHO_CODE/results/figures/manchester/manchester_comparison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0177"/>
            <a:ext cx="8229600" cy="33804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3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&amp; Final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models agree, and the verdict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74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Agreement</a:t>
            </a:r>
            <a:endParaRPr lang="en-US" sz="1100" dirty="0"/>
          </a:p>
        </p:txBody>
      </p:sp>
      <p:pic>
        <p:nvPicPr>
          <p:cNvPr id="10" name="Image 0" descr="C:/Users/yoni1/Desktop/ZEROSHO_CODE/results/figures/manchester/manchester_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46357"/>
            <a:ext cx="4297680" cy="21160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1100" dirty="0"/>
          </a:p>
        </p:txBody>
      </p:sp>
      <p:pic>
        <p:nvPicPr>
          <p:cNvPr id="12" name="Image 1" descr="C:/Users/yoni1/Desktop/ZEROSHO_CODE/results/figures/manchester/manchester_final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39770"/>
            <a:ext cx="4297680" cy="1529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Manchester — Full Figure Gallery</dc:title>
  <dc:subject>PptxGenJS Presentation</dc:subject>
  <dc:creator>PptxGenJS</dc:creator>
  <cp:lastModifiedBy>PptxGenJS</cp:lastModifiedBy>
  <cp:revision>1</cp:revision>
  <dcterms:created xsi:type="dcterms:W3CDTF">2026-06-14T05:12:04Z</dcterms:created>
  <dcterms:modified xsi:type="dcterms:W3CDTF">2026-06-14T05:12:04Z</dcterms:modified>
</cp:coreProperties>
</file>