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Transformer Works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inside RoBERTa — and every modern LLM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80160"/>
            <a:ext cx="365760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30759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Tokenization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453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sub-word tokens (BPE)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20240" y="177393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36576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90195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Embeddings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1396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→ 768-dim vector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20240" y="23682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468880"/>
            <a:ext cx="365760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49631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+ Positional Encoding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734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word-order information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20240" y="296265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36576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09067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Self-Attention ×12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3284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"looks at" all others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20240" y="355701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657600"/>
            <a:ext cx="36576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368503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Feed-Forward ×12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9227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transformation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20240" y="415137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251960"/>
            <a:ext cx="3657600" cy="5029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1480" y="427939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Output Vectors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5171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representation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06240" y="1234440"/>
            <a:ext cx="4663440" cy="2148840"/>
          </a:xfrm>
          <a:prstGeom prst="rect">
            <a:avLst/>
          </a:prstGeom>
          <a:solidFill>
            <a:srgbClr val="1A1A2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343400" y="12984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The Key Idea: Self-Attention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43400" y="16276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is interpreted in the context of all other words in the sentence — simultaneously.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4340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bomb claim was </a:t>
            </a:r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43400" y="24688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 classify "fake", the model attends strongly to "claim" and "bomb" — it weighs which words matter for meaning.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43400" y="3035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· K → attention weights → weighted sum of V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06240" y="3520440"/>
            <a:ext cx="4663440" cy="1371600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343400" y="3584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beats older models (RNN/LSTM):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43400" y="3877056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processes all words at once (fast on GPU)
</a:t>
            </a:r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Long-range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links distant words directly, no memory decay
</a:t>
            </a:r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Pre-trained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learns language from 160GB text first, then fine-tuned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Tweet to Prediction — All Stages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input, two different paths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1207008"/>
            <a:ext cx="3657600" cy="566928"/>
          </a:xfrm>
          <a:prstGeom prst="rect">
            <a:avLst/>
          </a:prstGeom>
          <a:solidFill>
            <a:srgbClr val="FFFBF0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12435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 TWEET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34640" y="1435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"Refugees caused the Manchester bombing"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Fine-Tuned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Zero-Shot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069080" cy="420624"/>
          </a:xfrm>
          <a:prstGeom prst="rect">
            <a:avLst/>
          </a:prstGeom>
          <a:solidFill>
            <a:srgbClr val="0077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860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Clean text + tokenize (BPE, max 128 tokens)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697480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798064"/>
            <a:ext cx="4069080" cy="420624"/>
          </a:xfrm>
          <a:prstGeom prst="rect">
            <a:avLst/>
          </a:prstGeom>
          <a:solidFill>
            <a:srgbClr val="0077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980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RoBERTa-base encoder (12 layers, 125M params)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3209544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3310128"/>
            <a:ext cx="4069080" cy="420624"/>
          </a:xfrm>
          <a:prstGeom prst="rect">
            <a:avLst/>
          </a:prstGeom>
          <a:solidFill>
            <a:srgbClr val="0077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1012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[CLS] vector → Linear head (768 → 2)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372160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3822192"/>
            <a:ext cx="4069080" cy="420624"/>
          </a:xfrm>
          <a:prstGeom prst="rect">
            <a:avLst/>
          </a:prstGeom>
          <a:solidFill>
            <a:srgbClr val="0077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82219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Softmax → probabilities per class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423367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4334256"/>
            <a:ext cx="4069080" cy="420624"/>
          </a:xfrm>
          <a:prstGeom prst="rect">
            <a:avLst/>
          </a:prstGeom>
          <a:solidFill>
            <a:srgbClr val="2DC65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33425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argmax → "misinformation" (0.94)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286000"/>
            <a:ext cx="4069080" cy="420624"/>
          </a:xfrm>
          <a:prstGeom prst="rect">
            <a:avLst/>
          </a:prstGeom>
          <a:solidFill>
            <a:srgbClr val="F4A2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2860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Wrap tweet in a Chain-of-Thought prompt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2697480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▼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798064"/>
            <a:ext cx="4069080" cy="420624"/>
          </a:xfrm>
          <a:prstGeom prst="rect">
            <a:avLst/>
          </a:prstGeom>
          <a:solidFill>
            <a:srgbClr val="F4A2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7980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LLM reads prompt (no training, frozen weights)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3209544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▼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9160" y="3310128"/>
            <a:ext cx="4069080" cy="420624"/>
          </a:xfrm>
          <a:prstGeom prst="rect">
            <a:avLst/>
          </a:prstGeom>
          <a:solidFill>
            <a:srgbClr val="F4A2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31012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Generates reasoning + JSON answer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372160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▼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3822192"/>
            <a:ext cx="4069080" cy="420624"/>
          </a:xfrm>
          <a:prstGeom prst="rect">
            <a:avLst/>
          </a:prstGeom>
          <a:solidFill>
            <a:srgbClr val="F4A2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82219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Parse JSON → extract "label" field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423367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▼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09160" y="4334256"/>
            <a:ext cx="4069080" cy="420624"/>
          </a:xfrm>
          <a:prstGeom prst="rect">
            <a:avLst/>
          </a:prstGeom>
          <a:solidFill>
            <a:srgbClr val="2DC65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33425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 → "misinformation" (conf 0.87)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864608"/>
            <a:ext cx="850392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 </a:t>
            </a:r>
            <a:pPr indent="0" marL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learned from labeled tweets and updates its weights; Path B only follows instructions with frozen, pre-trained knowledge.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Transformers Work</dc:title>
  <dc:subject>PptxGenJS Presentation</dc:subject>
  <dc:creator>PptxGenJS</dc:creator>
  <cp:lastModifiedBy>PptxGenJS</cp:lastModifiedBy>
  <cp:revision>1</cp:revision>
  <dcterms:created xsi:type="dcterms:W3CDTF">2026-06-13T11:48:00Z</dcterms:created>
  <dcterms:modified xsi:type="dcterms:W3CDTF">2026-06-13T11:48:00Z</dcterms:modified>
</cp:coreProperties>
</file>