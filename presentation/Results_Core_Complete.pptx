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F1-Macro - אירוע טרור - מידע אמין מול כוזב</a:t>
            </a:r>
            <a:endParaRPr lang="he-IL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51560"/>
          <a:ext cx="3977640" cy="3657600"/>
        </p:xfrm>
        <a:graphic>
          <a:graphicData uri="http://schemas.openxmlformats.org/drawingml/2006/table">
            <a:tbl>
              <a:tblPr/>
              <a:tblGrid>
                <a:gridCol w="365760"/>
                <a:gridCol w="1691640"/>
                <a:gridCol w="548640"/>
                <a:gridCol w="68580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70B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anchester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46066"/>
            <a:ext cx="4480560" cy="2668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Monkeypox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F1-Macro - משבר בריאותי - מידע אמין מול כוזב</a:t>
            </a:r>
            <a:endParaRPr lang="he-IL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51560"/>
          <a:ext cx="3977640" cy="3657600"/>
        </p:xfrm>
        <a:graphic>
          <a:graphicData uri="http://schemas.openxmlformats.org/drawingml/2006/table">
            <a:tbl>
              <a:tblPr/>
              <a:tblGrid>
                <a:gridCol w="365760"/>
                <a:gridCol w="1691640"/>
                <a:gridCol w="548640"/>
                <a:gridCol w="68580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3.3 70B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monkeypox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33228"/>
            <a:ext cx="4480560" cy="26942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PHEME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לפי F1-Macro - זיהוי שמועות</a:t>
            </a:r>
            <a:endParaRPr lang="he-IL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051560"/>
          <a:ext cx="3977640" cy="3291840"/>
        </p:xfrm>
        <a:graphic>
          <a:graphicData uri="http://schemas.openxmlformats.org/drawingml/2006/table">
            <a:tbl>
              <a:tblPr/>
              <a:tblGrid>
                <a:gridCol w="365760"/>
                <a:gridCol w="1691640"/>
                <a:gridCol w="548640"/>
                <a:gridCol w="68580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מודל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גישה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BERTweet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Qwen3.6 27B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3.1 8B (Ollama)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2.5 Flash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GPT-OSS 120B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4389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 = Fine-Tuned    ZS = Zero-Shot</a:t>
            </a:r>
            <a:endParaRPr lang="en-US" sz="1000" dirty="0"/>
          </a:p>
        </p:txBody>
      </p:sp>
      <p:pic>
        <p:nvPicPr>
          <p:cNvPr id="6" name="Image 0" descr="C:/Users/yoni1/Desktop/ZEROSHO_CODE/results/figures/comparison/comparison_pheme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12025"/>
            <a:ext cx="4480560" cy="27709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תוצאות | </a:t>
            </a:r>
            <a:pPr algn="r" indent="0" marL="0">
              <a:buNone/>
            </a:pPr>
            <a:r>
              <a:rPr lang="he-IL" alt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חום F1-Macro - כל המודלים על שלושת המאגרים</a:t>
            </a:r>
            <a:endParaRPr lang="he-IL" sz="1300" dirty="0"/>
          </a:p>
        </p:txBody>
      </p:sp>
      <p:pic>
        <p:nvPicPr>
          <p:cNvPr id="4" name="Image 0" descr="C:/Users/yoni1/AppData/Local/Temp/claude/C--Users-yoni1-Desktop-ZEROSHO-CODE/65bf9d6c-a595-4208-8e5a-9d5a6e2cba68/scratchpad/cor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141" y="1051560"/>
            <a:ext cx="5979719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2026-08-07T10:28:03Z</dcterms:created>
  <dcterms:modified xsi:type="dcterms:W3CDTF">2026-08-07T10:28:03Z</dcterms:modified>
</cp:coreProperties>
</file>