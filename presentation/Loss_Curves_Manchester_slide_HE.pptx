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9034272" y="0"/>
            <a:ext cx="109728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עקומות Loss של אימון ו-Validation — RoBERTa (5-Fold CV)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274320" y="54864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Manchester — התכנסות האימון, ולמה ה-validation loss הרועש אינו בעיה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C:/Users/yoni1/Desktop/ZEROSHO_CODE/results/figures/manchester/manchester_roberta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7863840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346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07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Loss — ירידה חלקה לכמעט 0  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0" y="3346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Validation Loss — רועש בין ה-folds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3703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126480" y="3703320"/>
            <a:ext cx="2697480" cy="36576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12" name="Text 9"/>
          <p:cNvSpPr/>
          <p:nvPr/>
        </p:nvSpPr>
        <p:spPr>
          <a:xfrm>
            <a:off x="6236208" y="37673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07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Loss מתכנס  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36208" y="4059936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יורד חלק מ-~0.55 לכמעט 0 — המודל לומד ביעילות. גם המודל הסופי (קו מקווקו) מגיע ל-validation loss נמוך (~0.065).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46120" y="3703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3703320"/>
            <a:ext cx="2697480" cy="36576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3"/>
          <p:cNvSpPr/>
          <p:nvPr/>
        </p:nvSpPr>
        <p:spPr>
          <a:xfrm>
            <a:off x="3355848" y="37673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ה-val loss רועש  📊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355848" y="4059936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~340 ציוצי validation בכל fold, אז כמה דוגמאות קשות מזיזות את העקומה. דאטא קטן ← עקומות רועשות. צפוי, לא פגם.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65760" y="3703320"/>
            <a:ext cx="269748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65760" y="3703320"/>
            <a:ext cx="2697480" cy="36576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0" name="Text 17"/>
          <p:cNvSpPr/>
          <p:nvPr/>
        </p:nvSpPr>
        <p:spPr>
          <a:xfrm>
            <a:off x="475488" y="37673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Overfitting מזיק  ✅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75488" y="4059936"/>
            <a:ext cx="24780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95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בוחרים את המודל לפי F1, לא לפי loss (early stopping על F1). העלייה הקלה היא ביטחון-יתר שמעלה cross-entropy בלי להוריד דיוק.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20040" y="486460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F1 (0.986) ≈ CV F1 (0.961). אפילו ניסינו label smoothing + פחות epochs — זה לא שיפר את התוצאה, מה שאישש את הקונפיגורציה המקורית.  </a:t>
            </a:r>
            <a:pPr rtl="1" algn="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:ההוכחה שאין overfitting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Loss Curves — Manchester (Hebrew)</dc:title>
  <dc:subject>PptxGenJS Presentation</dc:subject>
  <dc:creator>PptxGenJS</dc:creator>
  <cp:lastModifiedBy>PptxGenJS</cp:lastModifiedBy>
  <cp:revision>1</cp:revision>
  <dcterms:created xsi:type="dcterms:W3CDTF">2026-06-14T05:38:56Z</dcterms:created>
  <dcterms:modified xsi:type="dcterms:W3CDTF">2026-06-14T05:38:56Z</dcterms:modified>
</cp:coreProperties>
</file>