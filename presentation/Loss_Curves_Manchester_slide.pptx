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 Loss — RoBERTa (5-Fold CV)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convergence behaviour and why the noisy val-loss is not a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manchester/manchester_roberta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863840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46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Train Loss — smooth descent to ~0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3346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— noisy across folds  ▶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3703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3703320"/>
            <a:ext cx="2697480" cy="36576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Train Loss converges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405993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smoothly from ~0.55 to near 0 — the model learns efficiently. The final model (dashed) also reaches a low validation loss (~0.065).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3703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3703320"/>
            <a:ext cx="2697480" cy="3657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3310128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Why val-loss is noisy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10128" y="405993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~340 validation tweets per fold, so a few hard examples swing the curve. Small data → noisy curves. This is expected, not a defect.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80760" y="3703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0760" y="3703320"/>
            <a:ext cx="2697480" cy="36576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Text 17"/>
          <p:cNvSpPr/>
          <p:nvPr/>
        </p:nvSpPr>
        <p:spPr>
          <a:xfrm>
            <a:off x="6190488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 harmful overfitting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90488" y="405993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select the model by F1, not loss (early stopping on F1). The slight rise is over-confidence raising cross-entropy without lowering accuracy.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20040" y="48646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is not overfitting:  </a:t>
            </a:r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(0.986) ≈ CV F1 (0.961). We even tried label smoothing + fewer epochs — it did not improve results, confirming the original config.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Loss Curves — Manchester</dc:title>
  <dc:subject>PptxGenJS Presentation</dc:subject>
  <dc:creator>PptxGenJS</dc:creator>
  <cp:lastModifiedBy>PptxGenJS</cp:lastModifiedBy>
  <cp:revision>1</cp:revision>
  <dcterms:created xsi:type="dcterms:W3CDTF">2026-06-14T05:37:47Z</dcterms:created>
  <dcterms:modified xsi:type="dcterms:W3CDTF">2026-06-14T05:37:47Z</dcterms:modified>
</cp:coreProperties>
</file>